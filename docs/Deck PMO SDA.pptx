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1" r:id="rId3"/>
    <p:sldId id="260" r:id="rId4"/>
    <p:sldId id="266" r:id="rId5"/>
    <p:sldId id="256" r:id="rId6"/>
    <p:sldId id="258" r:id="rId7"/>
    <p:sldId id="257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11" d="100"/>
          <a:sy n="111" d="100"/>
        </p:scale>
        <p:origin x="11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4764-2621-61B2-4314-3EE18EC05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4F67CC-36C1-B534-14E1-76950C8A9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E78DA-CDE0-9F63-DB4D-3DBFCF2F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2D78-C5E9-364C-AFCB-D010594AE53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A8699-34F0-DD41-C41B-85235E8C8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D855-D21C-5621-8987-192B22B3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2D06-902E-CC4D-BB23-BCB247927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13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C7268-FA29-BE56-1429-8309F26F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6F54E-04F6-FED7-1288-CD660E4B1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C6188-BDA3-EBC4-7166-72CBC2C1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2D78-C5E9-364C-AFCB-D010594AE53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E444A-63EE-79DB-8379-D677FDDD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53AB5-5B27-9435-66E3-4879D56E8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2D06-902E-CC4D-BB23-BCB247927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35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F0B03-58EC-ED91-35B8-09D41954D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6622A-148F-D6C3-B4D5-0AC008024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86AC9-44CF-8BA1-DCDF-D5CD15551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2D78-C5E9-364C-AFCB-D010594AE53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6E072-B6B3-3590-3494-D2BA5AB87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1329-703D-B287-B2C4-54F01F8BA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2D06-902E-CC4D-BB23-BCB247927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10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20E7-40AB-C4E7-5EE3-179EF417F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F5AA4-9A65-9461-3C95-F142D4A7C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14DA8-F6AB-4B26-CC14-E813FEDDE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6612A-E7C6-71D3-6AC8-B08BB8D0D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2D78-C5E9-364C-AFCB-D010594AE53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90CF5-1459-3DE8-8623-1E7864C8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D8D81-A5F3-98CF-0CD9-7F56A0C1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2D06-902E-CC4D-BB23-BCB247927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93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484B-3D0A-402A-0084-B48371E16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F935B-322C-76C2-0F2F-CBC016C67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298CD-134D-4755-A70C-BD265AE22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40076F-D694-C521-CE48-6D4F5891E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9ED83D-DC03-1CAB-F57D-2264B3DC7C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6C614-A53A-6AA4-044A-449DE160F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2D78-C5E9-364C-AFCB-D010594AE53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FC1BE-B843-BA69-2BCD-2AA2D780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A8369-4100-63CB-E528-50FD8487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2D06-902E-CC4D-BB23-BCB247927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77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18D53-CF07-A01A-83BE-3FC50D8A8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EF269-1A32-8BA6-8197-D466586BC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2D78-C5E9-364C-AFCB-D010594AE53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6C59F-6B46-351F-00B3-DB32A65D7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6F2B5-38B6-A660-F657-68314A768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2D06-902E-CC4D-BB23-BCB247927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329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0C3891-812D-0775-03E1-17F3F08B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2D78-C5E9-364C-AFCB-D010594AE53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83D405-DF8F-7E6B-DDA2-60F4A6620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81FF7-78D7-C4B0-62FA-66E61638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2D06-902E-CC4D-BB23-BCB247927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68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72FF7-C263-7966-160D-B5C500B92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B92E9-FDFA-62CE-FCF7-9C8DDB3E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CFA43-F36E-1A31-41ED-38126E0D5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412D1-258A-A24F-E94F-EE71C73EA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2D78-C5E9-364C-AFCB-D010594AE53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443FB-B875-4B44-2699-8FD17556D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0358C-EF43-9941-F4AE-19285AA1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2D06-902E-CC4D-BB23-BCB247927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8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C365-B7DB-229E-DFC2-0EE8C305D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17FC47-9452-0DE0-A7DE-70CFB96C9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A7DE6-1DDB-6F66-A067-D39DFB585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74106-997D-B08C-BFA7-10AEE650C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2D78-C5E9-364C-AFCB-D010594AE53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0FE20-B925-B27A-A5AA-DAA7B8630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60C62-E2C2-31B9-26E1-C1F00DECD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2D06-902E-CC4D-BB23-BCB247927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3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2EC92-4E5B-2527-5B66-230302DF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DF3C4-0035-327D-4F47-81D8A1306F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BF119-2AE1-E090-8EA0-99B23D45B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2D78-C5E9-364C-AFCB-D010594AE53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806D3-CD09-0F39-600B-2FC2E282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C17A0-9BF0-2422-91B2-26FAE265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2D06-902E-CC4D-BB23-BCB247927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4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BDA898-7B54-28E1-F196-A25FDCD921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5F49B-21A0-3CAB-2E57-CBE6141DE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9F761-EDB1-8EB6-9706-764D3535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92D78-C5E9-364C-AFCB-D010594AE53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54753-BB6D-1A25-400A-B32AC219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64BA6-75C8-7EFB-6084-657E4F607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2D06-902E-CC4D-BB23-BCB247927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8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A04B8D-1F7E-62F8-36BA-260D5CD0C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6243E-5A14-3C89-512D-1DB767E65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30B1A-AA30-8952-15FD-89FB4E41F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92D78-C5E9-364C-AFCB-D010594AE53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976E4-9B76-8BB7-6F8A-9CD0133F7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E5E16-3B2B-D3A8-95AE-9FB965D78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A2D06-902E-CC4D-BB23-BCB247927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47EF5-B983-2F18-25B5-2C006B6D2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2651288"/>
            <a:ext cx="9664846" cy="13772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FEDBC6-BA2F-43F6-3C2F-5D571D1D3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01" y="779184"/>
            <a:ext cx="31115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54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452E-DAE6-B52F-E055-8EDDEE06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F6F728-F996-0C1A-52B4-891EFD742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7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65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5E91B-9BAF-1EF4-5749-2D976E8C4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020833-127C-F8A4-0B43-9DAD19B390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1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A7699-BE69-5897-2222-666002C9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0D81E3-E955-2638-84A4-C92082038E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35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B94692-AD2E-813A-6FD7-7AECD7529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04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163BB-DD9E-2A94-C2BB-2CE6690F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6A6D61-1A9F-7FE2-6D3F-8D95E1C63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25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ADBB9-D1E2-A684-5EE3-5EDD6F23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B1C2053-4D93-5B41-F678-D4139A8D0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859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F8789-D381-527C-92C9-F8359EB4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B63815-1594-EEE7-CB92-E219C30E2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210" y="2222500"/>
            <a:ext cx="1301750" cy="1206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C63EE2-08BA-C430-5125-39CBFEE5A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463773"/>
            <a:ext cx="7772400" cy="60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024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49BBE-7BC7-177F-A767-422B876A1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331C6D-6867-B83D-6CBE-CF4563E0C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7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065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036D7-1ACB-E797-F5DF-3B0589955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825D1A-1781-7A69-6725-56E8CF84C25C}"/>
              </a:ext>
            </a:extLst>
          </p:cNvPr>
          <p:cNvGrpSpPr/>
          <p:nvPr/>
        </p:nvGrpSpPr>
        <p:grpSpPr>
          <a:xfrm>
            <a:off x="20" y="1282"/>
            <a:ext cx="12191980" cy="6856718"/>
            <a:chOff x="20" y="1282"/>
            <a:chExt cx="12191980" cy="685671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F15A092-16E0-9E7C-6131-276BF1A6C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982"/>
            <a:stretch>
              <a:fillRect/>
            </a:stretch>
          </p:blipFill>
          <p:spPr>
            <a:xfrm>
              <a:off x="20" y="1282"/>
              <a:ext cx="12191980" cy="6856718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5BC3DE0-80A4-0A4F-8374-AC2EB8FB9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14143" y="6311803"/>
              <a:ext cx="508000" cy="457200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934B51-0883-458E-89E5-62F7CA11E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63" y="76781"/>
            <a:ext cx="635970" cy="57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07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EDBF2-3558-E3B3-3981-C01A50B4D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7F7722-EC4B-5247-6A8A-ACEA83ADD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7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21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Macintosh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ichan rafa</dc:creator>
  <cp:lastModifiedBy>ichan rafa</cp:lastModifiedBy>
  <cp:revision>9</cp:revision>
  <dcterms:created xsi:type="dcterms:W3CDTF">2026-08-18T01:16:55Z</dcterms:created>
  <dcterms:modified xsi:type="dcterms:W3CDTF">2026-08-18T01:46:13Z</dcterms:modified>
</cp:coreProperties>
</file>